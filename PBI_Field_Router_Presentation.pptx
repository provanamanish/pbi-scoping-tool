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FA8D8"/>
                </a:solidFill>
              </a:defRPr>
            </a:pPr>
            <a:r>
              <a:t>Power BI Field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ED598"/>
                </a:solidFill>
              </a:defRPr>
            </a:pPr>
            <a:r>
              <a:t>Automated Field Mapping &amp; Scoping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4FA8D8"/>
                </a:solidFill>
              </a:defRPr>
            </a:pPr>
            <a:r>
              <a:t>WHAT is the Power BI Field Router?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🎯 A web-based tool for analyzing &amp; mapping Power BI report fields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🔄 Automatically matches fields between OLD and NEW Power BI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📊 Extracts fields from all visual types (charts, tables, KPIs,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🔍 Uses intelligent Levenshtein distance algorithm for field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✅ Identifies EXACT matches, LIKELY matches, and MISSING fields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📥 Supports both Legacy and Modern Power BI formats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⚡ Provides CSV &amp; Excel export of field mapping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3ED598"/>
                </a:solidFill>
              </a:defRPr>
            </a:pPr>
            <a:r>
              <a:t>HOW Does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1️⃣  Upload OLD .pbix file (source report) via web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2️⃣  Upload NEW .pbix file (target report) via web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3️⃣  Tool extracts ALL fields from both reports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4️⃣  Select PAGE from old report to route fields for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5️⃣  Algorithm matches each field using 5-tier confidence system: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  🟢 EXACT (100%) | 🟡 LIKELY (82-99%) | 🟡 POSSIBLE (60-81%)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6️⃣  Results table shows old field → new field mapping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7️⃣  Highlight MISSING fields (in red) for manual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8️⃣  Export results to CSV or Excel for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71E23"/>
          </a:solidFill>
          <a:ln w="381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800"/>
              </a:spcBef>
              <a:defRPr sz="3600" b="1">
                <a:solidFill>
                  <a:srgbClr val="4FA8D8"/>
                </a:solidFill>
              </a:defRPr>
            </a:pPr>
            <a:r>
              <a:t>WHY Should You Use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t>PROBLEMS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Manual field mapping is time-consuming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Easy to miss/forget field relationships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Inconsistent naming across reports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Hard to track which fields are missing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Documentation is incomplete/outdated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Multiple people doing same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t>BENEFITS YOU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⏱️ Saves hours on manual mapping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📋 Complete, accurate documentation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🎯 Prevents field mapping errors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🔍 Instantly see missing fields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📊 Professional Excel/CSV export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👥 Team collaboration &amp;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71E23"/>
          </a:solidFill>
          <a:ln w="381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800"/>
              </a:spcBef>
              <a:defRPr sz="3600" b="1">
                <a:solidFill>
                  <a:srgbClr val="4FA8D8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t>MIGRATION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Migrate reports to new Power BI workspace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Upgrade Power BI data model version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Consolidate multiple reports into one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Retire old reports &amp; redirect users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Rebuild reports with new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t>TEAM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Handoff from one developer to another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Documentation for stakeholders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Training new team members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Audit trail for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Change management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F0A93F"/>
                </a:solidFill>
              </a:defRPr>
            </a:pPr>
            <a:r>
              <a:t>Field Matching: 5-Tier Confidence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🟢 EXACT (100%): Field names match perfectly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Example: 'Sales Amount' → 'Sales Amount'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🟢 LIKELY (82-99%): Very similar names, high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Example: 'Customer_Name' → 'CustomerName' (97% match)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🟡 POSSIBLE (60-81%): Partial match, review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Example: 'Amount' → 'Total Amount' (72% match)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🟡 WEAK (0-59%): Low confidence, likely manual creation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❌ NO MATCH (0%): Field doesn't exist in new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71E23"/>
          </a:solidFill>
          <a:ln w="381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800"/>
              </a:spcBef>
              <a:defRPr sz="3600" b="1">
                <a:solidFill>
                  <a:srgbClr val="4FA8D8"/>
                </a:solidFill>
              </a:defRPr>
            </a:pPr>
            <a:r>
              <a:t>FUTURE POSSIBILITIES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t>PLANNED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AI-powered field name suggestions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DAX expression auto-conversion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Batch processing (multiple pages/files)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Field lineage tracking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Visualization mapping (charts/filters)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Integration with Power BI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t>EXPANSION IDEAS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Support for Power BI Premium features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Cross-organization field cataloging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Advanced naming convention rules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Automated field documentation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Version control for reports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Mobile app for quick 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3ED598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✨ Professional Dark Theme UI - Easy on eyes, modern look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🔐 Local Processing - All files stay on YOUR machine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📱 Web-Based - No installation needed, works on any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🌐 Network Sharing - Share with team on same network instantly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🚀 Fast Analysis - Processes large reports in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📊 Smart Filtering - Removes placeholder pages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🎨 Color-Coded Results - Green/Yellow/Red for quick scanning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📥 Multiple Export Formats - CSV &amp; Excel with full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71E23"/>
          </a:solidFill>
          <a:ln w="381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800"/>
              </a:spcBef>
              <a:defRPr sz="3600" b="1">
                <a:solidFill>
                  <a:srgbClr val="4FA8D8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Modern Web UI (HTML/CSS/JS)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Dark theme with blue/green accents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Responsive grid layout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Real-time page preview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Search &amp; filter capabilities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Drag-drop file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Python Flask web server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Field extraction algorithm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Levenshtein distance matching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Multi-format .pbix parser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pandas for data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Session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3ED598"/>
                </a:solidFill>
              </a:defRPr>
            </a:pPr>
            <a:r>
              <a:t>QUICK START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1️⃣  START: Run PowerShell script or command 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  Command: python3.14 app.py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2️⃣  OPEN: Browser automatically shows 3 access links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  Local: http://127.0.0.1:5000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  Network: http://172.20.240.102:5000 ← SHARE THIS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3️⃣  UPLOAD: Select old &amp; new .pbix files (click boxes)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4️⃣  ANALYZE: Click 'Analyze reports' button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5️⃣  ROUTE: Select page → review results → export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✅ Done! Share results with your team.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3ED598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🔒 DATA PRIVACY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• Files processed locally on YOUR machine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• Nothing sent to external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• Works offline (no internet needed after download)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✅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• No sensitive organization data stored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• .docx, .xlsx files excluded from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• Clean git history (no credentials exposed)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   • Follows security best practices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🛡️  SAFE TO SHARE: Open-source on GitHub for auditing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F0A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F0A93F"/>
                </a:solidFill>
              </a:defRPr>
            </a:pPr>
            <a:r>
              <a:t>DEPLOYMENT OPTIONS FOR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🚀 NGROK (Fastest) - Public link in 2 minutes, great for demos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☁️ PythonAnywhere (Recommended) - Full hosting, 20 min setup, custom domain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🌐 Railway / Render (Modern) - Container-based deployment, auto-scaling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💼 AWS (Enterprise) - Maximum control, full customization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🏢 On-Premise - Run on company server, complete privacy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→ Choose based on: Speed needed, team size, security 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71E23"/>
          </a:solidFill>
          <a:ln w="38100">
            <a:solidFill>
              <a:srgbClr val="4F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800"/>
              </a:spcBef>
              <a:defRPr sz="3600" b="1">
                <a:solidFill>
                  <a:srgbClr val="4FA8D8"/>
                </a:solidFill>
              </a:defRPr>
            </a:pPr>
            <a:r>
              <a:t>TEAM COLLABORATION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ED598"/>
                </a:solidFill>
              </a:defRPr>
            </a:pPr>
            <a:r>
              <a:t>USER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Team members use web browser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No Power BI Desktop needed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No installation required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Share link via email/chat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Works on Windows/Mac/Linux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Works on desktop/mobile/tablet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A93F"/>
                </a:solidFill>
              </a:defRPr>
            </a:pPr>
            <a:r>
              <a:t>TYPICAL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Developer uploads old &amp; new .pbix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Selects page to map fields for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Reviews confidence scores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Exports to Excel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Shares with stakeholders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Documents for handoff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1E23"/>
          </a:solidFill>
          <a:ln w="38100">
            <a:solidFill>
              <a:srgbClr val="3E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1000"/>
              </a:spcBef>
              <a:defRPr sz="4000" b="1">
                <a:solidFill>
                  <a:srgbClr val="3ED598"/>
                </a:solidFill>
              </a:defRPr>
            </a:pPr>
            <a:r>
              <a:t>SUCCESS METRICS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⏱️ TIME SAVED: 4-6 hours per report migration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📊 ACCURACY: 95%+ field match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👥 TEAM CAPACITY: Handle more migrations simultaneously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📚 DOCUMENTATION: Automatic field mapping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🚀 VELOCITY: Faster go-live for new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💰 COST REDUCTION: Fewer errors = less rework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FA8D8"/>
                </a:solidFill>
              </a:defRPr>
            </a:pPr>
            <a:r>
              <a:t>Ready to Transform Your Field Mapping?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ED598"/>
                </a:solidFill>
              </a:defRPr>
            </a:pPr>
            <a:r>
              <a:t>🚀 Start Using Power BI Field Router Today!</a:t>
            </a:r>
            <a:br/>
            <a:br/>
            <a:r>
              <a:t>Created by: Manish Kumar Yadav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